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7" r:id="rId4"/>
    <p:sldId id="298" r:id="rId5"/>
    <p:sldId id="313" r:id="rId6"/>
    <p:sldId id="314" r:id="rId7"/>
    <p:sldId id="299" r:id="rId8"/>
    <p:sldId id="317" r:id="rId9"/>
    <p:sldId id="320" r:id="rId10"/>
    <p:sldId id="300" r:id="rId11"/>
    <p:sldId id="319" r:id="rId12"/>
    <p:sldId id="321" r:id="rId13"/>
    <p:sldId id="301" r:id="rId14"/>
    <p:sldId id="316" r:id="rId15"/>
    <p:sldId id="322" r:id="rId16"/>
    <p:sldId id="302" r:id="rId17"/>
    <p:sldId id="318" r:id="rId18"/>
    <p:sldId id="323" r:id="rId19"/>
    <p:sldId id="269" r:id="rId20"/>
    <p:sldId id="303" r:id="rId21"/>
    <p:sldId id="324" r:id="rId22"/>
    <p:sldId id="325" r:id="rId23"/>
    <p:sldId id="304" r:id="rId24"/>
    <p:sldId id="326" r:id="rId25"/>
    <p:sldId id="327" r:id="rId26"/>
    <p:sldId id="305" r:id="rId27"/>
    <p:sldId id="328" r:id="rId28"/>
    <p:sldId id="329" r:id="rId29"/>
    <p:sldId id="306" r:id="rId30"/>
    <p:sldId id="330" r:id="rId31"/>
    <p:sldId id="331" r:id="rId32"/>
    <p:sldId id="307" r:id="rId33"/>
    <p:sldId id="332" r:id="rId34"/>
    <p:sldId id="333" r:id="rId35"/>
    <p:sldId id="270" r:id="rId36"/>
    <p:sldId id="308" r:id="rId37"/>
    <p:sldId id="334" r:id="rId38"/>
    <p:sldId id="335" r:id="rId39"/>
    <p:sldId id="309" r:id="rId40"/>
    <p:sldId id="336" r:id="rId41"/>
    <p:sldId id="337" r:id="rId42"/>
    <p:sldId id="310" r:id="rId43"/>
    <p:sldId id="338" r:id="rId44"/>
    <p:sldId id="339" r:id="rId45"/>
    <p:sldId id="311" r:id="rId46"/>
    <p:sldId id="340" r:id="rId47"/>
    <p:sldId id="341" r:id="rId48"/>
    <p:sldId id="312" r:id="rId49"/>
    <p:sldId id="342" r:id="rId50"/>
    <p:sldId id="343" r:id="rId51"/>
    <p:sldId id="265" r:id="rId5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77" d="100"/>
          <a:sy n="77" d="100"/>
        </p:scale>
        <p:origin x="1206" y="-27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Internship Project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SQL &amp; Python Data Analytics Project</a:t>
            </a:r>
          </a:p>
          <a:p>
            <a:r>
              <a:t>Insights &amp; Visual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15 business problems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Execute queries in SQL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Solve same problems in Python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Validate that outputs are identical</a:t>
            </a:r>
          </a:p>
          <a:p>
            <a:pPr marL="342900" marR="0" lvl="0" indent="-34290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Demonstrate technical accuracy &amp; analytical consistency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2A08C-924F-3EE1-B9FD-70EB3BC373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F4869-A1D3-5989-01E1-5C03ABAED6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List all unique cities where customers are located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Count the number of orders placed in 2017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Find the total sales per category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Calculate the percentage of orders paid in installments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Count the number of customers from each state</a:t>
            </a:r>
          </a:p>
        </p:txBody>
      </p:sp>
    </p:spTree>
    <p:extLst>
      <p:ext uri="{BB962C8B-B14F-4D97-AF65-F5344CB8AC3E}">
        <p14:creationId xmlns:p14="http://schemas.microsoft.com/office/powerpoint/2010/main" val="2308811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199AC-D275-5E16-656E-B10581738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1) List all unique cities where customers are located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2951D2-E884-1BB4-749B-10E3DA1E7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In which cities are our customers located?</a:t>
            </a:r>
          </a:p>
          <a:p>
            <a:r>
              <a:rPr lang="en-US" dirty="0"/>
              <a:t>Why it matters: Helps understand geographic customer distribution.</a:t>
            </a:r>
          </a:p>
          <a:p>
            <a:r>
              <a:rPr lang="en-US" dirty="0"/>
              <a:t>Expected Output: List of unique city names</a:t>
            </a:r>
          </a:p>
        </p:txBody>
      </p:sp>
    </p:spTree>
    <p:extLst>
      <p:ext uri="{BB962C8B-B14F-4D97-AF65-F5344CB8AC3E}">
        <p14:creationId xmlns:p14="http://schemas.microsoft.com/office/powerpoint/2010/main" val="76348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68158-6BA7-E56B-A01D-7E0D95378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48E492-2C37-7403-6205-7E2769B3AC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0153" y="1934100"/>
            <a:ext cx="6763694" cy="385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947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4D043-89F6-CCEC-6403-41EE39D5B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9EECD9D-963F-4AE3-F081-72C8A0244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657" y="1192169"/>
            <a:ext cx="6073812" cy="400613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9690B5-81B7-FAB5-495B-9273D2294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3562" y="4655056"/>
            <a:ext cx="6510781" cy="2021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7034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909F6-CBC0-4994-0DEB-F63CA5A3C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2) Count the number of orders placed in 2017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FF7B-A099-C9E9-5709-7A6057E650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How many orders were placed in 2017?</a:t>
            </a:r>
          </a:p>
          <a:p>
            <a:r>
              <a:rPr lang="en-US" dirty="0"/>
              <a:t>Why: Measures yearly performance.</a:t>
            </a:r>
          </a:p>
          <a:p>
            <a:r>
              <a:rPr lang="en-US" dirty="0"/>
              <a:t>Expected Output: Count</a:t>
            </a:r>
          </a:p>
        </p:txBody>
      </p:sp>
    </p:spTree>
    <p:extLst>
      <p:ext uri="{BB962C8B-B14F-4D97-AF65-F5344CB8AC3E}">
        <p14:creationId xmlns:p14="http://schemas.microsoft.com/office/powerpoint/2010/main" val="26886507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11296-5283-9D29-75D8-5CCB4A227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E9032-C16A-ED94-3C51-241DA3FA3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B1CADA-83ED-E87B-C18C-A561B81007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3733" y="2910548"/>
            <a:ext cx="4896533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414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40CFB-9ECB-9056-3B06-291D28099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BA10A-AD29-B6F8-55CB-2422ACBA0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4145ECB-3F04-8408-4F13-4FE6C5E290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8509" y="2434635"/>
            <a:ext cx="7486982" cy="1988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813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1558C-AACD-8526-410E-965AE2211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3) Find the total sales per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FDDD4-3013-36EE-E4CD-B3CEE65DB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What is total revenue generated by each product category?</a:t>
            </a:r>
          </a:p>
          <a:p>
            <a:r>
              <a:rPr lang="en-US" dirty="0"/>
              <a:t>Why: Identifies revenue drivers</a:t>
            </a:r>
          </a:p>
          <a:p>
            <a:r>
              <a:rPr lang="en-US" dirty="0"/>
              <a:t>Expected Output: Category-wise table</a:t>
            </a:r>
          </a:p>
        </p:txBody>
      </p:sp>
    </p:spTree>
    <p:extLst>
      <p:ext uri="{BB962C8B-B14F-4D97-AF65-F5344CB8AC3E}">
        <p14:creationId xmlns:p14="http://schemas.microsoft.com/office/powerpoint/2010/main" val="960324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1C8F2-D830-CD11-22B1-871426F69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C9E0B-A451-C7F5-1B20-C4D272AAB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37AE66-9A80-6BF5-414A-10D0296734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7311" y="1714994"/>
            <a:ext cx="6649378" cy="429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9788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4BDCE-99B3-2861-7D4D-82C770872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053AB-0C6A-47A9-8C4F-30CEA1728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5430EC-6D38-B1D0-023F-73119130D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57407" y="1166018"/>
            <a:ext cx="3629185" cy="5522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2040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F2D14-2BE2-D9A9-EA7A-CFF54805F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4) Calculate the percentage of orders paid in installments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D3906-A15A-81DC-9635-FD3C1A9A4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What % of orders were paid via installments?</a:t>
            </a:r>
          </a:p>
          <a:p>
            <a:r>
              <a:rPr lang="en-US" dirty="0"/>
              <a:t>Why: Understand payment behavior</a:t>
            </a:r>
          </a:p>
          <a:p>
            <a:r>
              <a:rPr lang="en-US" dirty="0"/>
              <a:t>Expected Output: Percentage</a:t>
            </a:r>
          </a:p>
        </p:txBody>
      </p:sp>
    </p:spTree>
    <p:extLst>
      <p:ext uri="{BB962C8B-B14F-4D97-AF65-F5344CB8AC3E}">
        <p14:creationId xmlns:p14="http://schemas.microsoft.com/office/powerpoint/2010/main" val="4085222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CF19A-4022-3343-235E-C52D94D74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593F4-77AE-8A9E-5A80-5004BF222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293242D-F807-75D2-0FE0-6320F7759B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6575" y="2639048"/>
            <a:ext cx="5010849" cy="244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2009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B8EA4-A542-3422-CA89-1063615322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23793-E46C-B184-A547-4BD3292CA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CF2142B-E523-E401-0B33-D9790D3705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7064" y="2051711"/>
            <a:ext cx="6709871" cy="275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0226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80398-52BF-DCBA-96B5-E2535C5B5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5) Count the number of customers from each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38541-5D44-9C46-2E26-DFF6B2372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How many customers are from each state?</a:t>
            </a:r>
          </a:p>
          <a:p>
            <a:r>
              <a:rPr lang="en-US" dirty="0"/>
              <a:t>Why: Helps geographic targeting</a:t>
            </a:r>
          </a:p>
          <a:p>
            <a:r>
              <a:rPr lang="en-US" dirty="0"/>
              <a:t>Expected Output: State-wise count</a:t>
            </a:r>
          </a:p>
        </p:txBody>
      </p:sp>
    </p:spTree>
    <p:extLst>
      <p:ext uri="{BB962C8B-B14F-4D97-AF65-F5344CB8AC3E}">
        <p14:creationId xmlns:p14="http://schemas.microsoft.com/office/powerpoint/2010/main" val="4241184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91448-1378-E8C5-5253-70A65F88A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0BA3A-479C-14C8-0A68-6C9BB9CF4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47C583-0A6A-B3D5-8F1A-613289E8D3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6837" y="1686415"/>
            <a:ext cx="6630325" cy="435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2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5B2B1-1FC5-6837-AA85-57A65880E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9A462-2BE0-3F7F-91CB-E7B167DC7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9FCC6B-590A-F059-082C-7D92C5A4DB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6728" y="1166018"/>
            <a:ext cx="4121903" cy="56367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5089DA-2DFD-052A-911D-48F63FD79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329841"/>
            <a:ext cx="4408631" cy="3237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5182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891DE-6769-790C-C5B5-C945F4F51C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Intermediate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A20D6-5517-8099-F2A2-6EC97FE9B9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Calculate the number of orders per month in 2018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Find the average number of products per order, grouped by customer city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Calculate the percentage of total revenue contributed by each product category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Identify the correlation between product price and number of times purchased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Calculate total revenue generated by each seller and rank them</a:t>
            </a:r>
          </a:p>
        </p:txBody>
      </p:sp>
    </p:spTree>
    <p:extLst>
      <p:ext uri="{BB962C8B-B14F-4D97-AF65-F5344CB8AC3E}">
        <p14:creationId xmlns:p14="http://schemas.microsoft.com/office/powerpoint/2010/main" val="14338640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D47A-B490-BA2F-9FC8-C63F0693A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1) Calculate the number of orders per month in 2018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4033D-FE41-4A19-AC1C-4C65C292B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52954"/>
            <a:ext cx="8229600" cy="4525963"/>
          </a:xfrm>
        </p:spPr>
        <p:txBody>
          <a:bodyPr/>
          <a:lstStyle/>
          <a:p>
            <a:r>
              <a:rPr lang="en-US" dirty="0"/>
              <a:t>Business Question: How many orders were placed monthly in 2018?</a:t>
            </a:r>
          </a:p>
          <a:p>
            <a:r>
              <a:rPr lang="en-US" dirty="0"/>
              <a:t>Why: Detect seasonal patterns</a:t>
            </a:r>
          </a:p>
          <a:p>
            <a:r>
              <a:rPr lang="en-US" dirty="0"/>
              <a:t>Expected Output: Month-wise count</a:t>
            </a:r>
          </a:p>
        </p:txBody>
      </p:sp>
    </p:spTree>
    <p:extLst>
      <p:ext uri="{BB962C8B-B14F-4D97-AF65-F5344CB8AC3E}">
        <p14:creationId xmlns:p14="http://schemas.microsoft.com/office/powerpoint/2010/main" val="3068217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5A284-6641-D65D-C813-05EF6FBAD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9D088-574D-2E78-5E43-F90DC9659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443B0F9-9AC0-BEC3-44B4-82FF609641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9142" y="1600200"/>
            <a:ext cx="5725715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027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71D11-528E-80C5-BAAF-0914F699B7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24B3-DD19-8A0F-3B6E-A089CF4A1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2E19F1E-EAD3-A4BC-7EE1-8C15DA5D6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2953" y="1166018"/>
            <a:ext cx="4918094" cy="553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7986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17135-8AB9-0FF0-2CD3-D14C39292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0909"/>
            <a:ext cx="8229600" cy="1143000"/>
          </a:xfrm>
        </p:spPr>
        <p:txBody>
          <a:bodyPr>
            <a:noAutofit/>
          </a:bodyPr>
          <a:lstStyle/>
          <a:p>
            <a:r>
              <a:rPr lang="en-US" sz="3600" dirty="0"/>
              <a:t>2) Find the average number of products per order, grouped by customer city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F271C-5E14-6C61-D6C8-75874EFFC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27126"/>
            <a:ext cx="8229600" cy="4525963"/>
          </a:xfrm>
        </p:spPr>
        <p:txBody>
          <a:bodyPr/>
          <a:lstStyle/>
          <a:p>
            <a:r>
              <a:rPr lang="en-US" dirty="0"/>
              <a:t>Business Question: What is average basket size by city?</a:t>
            </a:r>
          </a:p>
          <a:p>
            <a:r>
              <a:rPr lang="en-US" dirty="0"/>
              <a:t>Why: Understand buying behavior by region</a:t>
            </a:r>
          </a:p>
          <a:p>
            <a:r>
              <a:rPr lang="en-US" dirty="0"/>
              <a:t>Expected Output: City + Avg Products</a:t>
            </a:r>
          </a:p>
        </p:txBody>
      </p:sp>
    </p:spTree>
    <p:extLst>
      <p:ext uri="{BB962C8B-B14F-4D97-AF65-F5344CB8AC3E}">
        <p14:creationId xmlns:p14="http://schemas.microsoft.com/office/powerpoint/2010/main" val="23963516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DEC3C-F5E2-31E1-44E7-93674B70F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66784-82A3-1163-546E-700D30F6E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ACA8378-D36E-1C85-B391-2D47612F15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44615" y="1600200"/>
            <a:ext cx="6054770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5865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BF5F2-DC86-2B4B-619C-3114DE178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3DDBB-B977-30E7-C7CF-955B9B58C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3AAC31-B73C-DA66-7069-EA2E4A766D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78079" y="1176022"/>
            <a:ext cx="5987842" cy="5608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212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D15DC-C46D-7004-A89A-324EBF941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400" dirty="0"/>
              <a:t>3) Calculate the percentage of total revenue contributed by each product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6624F2-257E-AD6D-61C0-A3988E1D7A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40876"/>
            <a:ext cx="8229600" cy="4525963"/>
          </a:xfrm>
        </p:spPr>
        <p:txBody>
          <a:bodyPr/>
          <a:lstStyle/>
          <a:p>
            <a:r>
              <a:rPr lang="en-US" dirty="0"/>
              <a:t>Business Question: What % of total revenue comes from each category?</a:t>
            </a:r>
          </a:p>
          <a:p>
            <a:r>
              <a:rPr lang="en-US" dirty="0"/>
              <a:t>Why: Portfolio concentration analysis</a:t>
            </a:r>
          </a:p>
          <a:p>
            <a:r>
              <a:rPr lang="en-US" dirty="0"/>
              <a:t>Expected Output: % Table</a:t>
            </a:r>
          </a:p>
        </p:txBody>
      </p:sp>
    </p:spTree>
    <p:extLst>
      <p:ext uri="{BB962C8B-B14F-4D97-AF65-F5344CB8AC3E}">
        <p14:creationId xmlns:p14="http://schemas.microsoft.com/office/powerpoint/2010/main" val="7342361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7163A-6898-3795-D25D-6A213340C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64C0A-84C9-4110-C9C1-5F14B13C7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714CFFE-FC80-2DE0-3CAA-A6B310A74A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6595" y="1600200"/>
            <a:ext cx="5770809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1331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EF424-83C5-FFE1-5EF2-F4DDA92BD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3767D-88E4-1082-6E51-E0735A6CB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A8ECB4C-574C-6D9F-5372-BDAB9DFEAF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27320" y="1166018"/>
            <a:ext cx="3289360" cy="5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820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EF1791-BE5A-13CA-BA20-B2ABE57EA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400" dirty="0"/>
              <a:t>4) Identify the correlation between product price and number of times purchased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E1033-70BF-13A3-E6D6-E7E29AC5CE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95621"/>
            <a:ext cx="8229600" cy="4525963"/>
          </a:xfrm>
        </p:spPr>
        <p:txBody>
          <a:bodyPr/>
          <a:lstStyle/>
          <a:p>
            <a:r>
              <a:rPr lang="en-US" dirty="0"/>
              <a:t>Business Question: Is there a relationship between product price and demand?</a:t>
            </a:r>
          </a:p>
          <a:p>
            <a:r>
              <a:rPr lang="en-US" dirty="0"/>
              <a:t>Why: Pricing strategy optimization</a:t>
            </a:r>
          </a:p>
          <a:p>
            <a:r>
              <a:rPr lang="en-US" dirty="0"/>
              <a:t>Expected Output: Correlation coefficient</a:t>
            </a:r>
          </a:p>
        </p:txBody>
      </p:sp>
    </p:spTree>
    <p:extLst>
      <p:ext uri="{BB962C8B-B14F-4D97-AF65-F5344CB8AC3E}">
        <p14:creationId xmlns:p14="http://schemas.microsoft.com/office/powerpoint/2010/main" val="19599301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21F95-3692-B277-B75D-0C6577ECD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D7C38-7859-BCAF-7694-9B62985D8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20B13A-6983-1F05-7F47-E8F1CC53F6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4442" y="1757862"/>
            <a:ext cx="6735115" cy="421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3379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E6C7-0416-87A4-4792-1E0263900D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6083-2AD4-1C68-70C8-A54C0513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50E8BD6-9180-4BF5-0FFC-BA86AC4E9C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2804" y="1166018"/>
            <a:ext cx="5058391" cy="5578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118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3CB57-8CD0-C25C-EBA8-24A9D60C1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5) Calculate total revenue generated by each seller and rank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A0E60-D3D5-D2ED-25D8-2ACF15987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Which sellers generate highest revenue?</a:t>
            </a:r>
          </a:p>
          <a:p>
            <a:r>
              <a:rPr lang="en-US" dirty="0"/>
              <a:t>Why: Identify top-performing partners</a:t>
            </a:r>
          </a:p>
          <a:p>
            <a:r>
              <a:rPr lang="en-US" dirty="0"/>
              <a:t>Expected Output: Ranked seller table</a:t>
            </a:r>
          </a:p>
        </p:txBody>
      </p:sp>
    </p:spTree>
    <p:extLst>
      <p:ext uri="{BB962C8B-B14F-4D97-AF65-F5344CB8AC3E}">
        <p14:creationId xmlns:p14="http://schemas.microsoft.com/office/powerpoint/2010/main" val="38123480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B3898-CEE1-1588-F3F1-85982D31A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1262E-99D0-277A-1C82-2E9D1462E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D504C56-E194-719E-6259-6ECD264C54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9922" y="1600200"/>
            <a:ext cx="6104155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0122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31527-3BF5-7DD4-C008-E3E910F4A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79C0-6407-C67C-0D4A-C40A35724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43F432-3EF5-9685-5172-5736F3E563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8544" y="1202361"/>
            <a:ext cx="4746911" cy="5655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1356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0AC88-5450-0C6D-FD48-EED790D94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2E4875-0CF1-72A4-2455-AB3A95045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Moving average of order values for each customer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Cumulative sales per month for each year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Year-over-Year (YoY) growth rate of total sales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Customer retention rate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Top 3 customers by spending in each year</a:t>
            </a:r>
          </a:p>
        </p:txBody>
      </p:sp>
    </p:spTree>
    <p:extLst>
      <p:ext uri="{BB962C8B-B14F-4D97-AF65-F5344CB8AC3E}">
        <p14:creationId xmlns:p14="http://schemas.microsoft.com/office/powerpoint/2010/main" val="2483944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9224-490B-1658-99B7-28B0BA7B0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1) Moving average of order values for each customer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61773-05B5-B005-B6E7-B56B95CDAC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How does customer spending evolve over time?</a:t>
            </a:r>
          </a:p>
          <a:p>
            <a:r>
              <a:rPr lang="en-US" dirty="0"/>
              <a:t>Why: Identify increasing/decreasing engagement</a:t>
            </a:r>
          </a:p>
          <a:p>
            <a:r>
              <a:rPr lang="en-US" dirty="0"/>
              <a:t>Expected Output: Moving average values</a:t>
            </a:r>
          </a:p>
        </p:txBody>
      </p:sp>
    </p:spTree>
    <p:extLst>
      <p:ext uri="{BB962C8B-B14F-4D97-AF65-F5344CB8AC3E}">
        <p14:creationId xmlns:p14="http://schemas.microsoft.com/office/powerpoint/2010/main" val="11017789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0E11D-09CA-1ACE-916D-C6EA9FF8F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BB19C-DDD3-0C4F-E6B9-80054963B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54394D-3965-F8BE-A5D5-D3D184640B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6837" y="1600200"/>
            <a:ext cx="6070325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0986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BE0CC-4038-E9B5-A39D-48FE34CFD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4A839-893C-0BDA-9192-13A10F2DB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C33FE1F-16AC-0D6C-2BC4-AA243B7769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04834" y="1184904"/>
            <a:ext cx="6934331" cy="5601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8009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4B00B-D7CB-6A88-A715-448508FEE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2) Cumulative sales per month for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A77CF5-DD96-5F4E-47D4-7A745D02D3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How does revenue accumulate throughout each year?</a:t>
            </a:r>
          </a:p>
          <a:p>
            <a:r>
              <a:rPr lang="en-US" dirty="0"/>
              <a:t>Why: Track progressive performance</a:t>
            </a:r>
          </a:p>
          <a:p>
            <a:r>
              <a:rPr lang="en-US" dirty="0"/>
              <a:t>Expected Output: Cumulative monthly table</a:t>
            </a:r>
          </a:p>
        </p:txBody>
      </p:sp>
    </p:spTree>
    <p:extLst>
      <p:ext uri="{BB962C8B-B14F-4D97-AF65-F5344CB8AC3E}">
        <p14:creationId xmlns:p14="http://schemas.microsoft.com/office/powerpoint/2010/main" val="7134677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5C1FD-013B-5852-6551-EDFD79D75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8EA24-056E-0AE3-40EA-B8442D681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E3F39DE-0AB5-1F17-F82F-4BE3059573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1465" y="1600200"/>
            <a:ext cx="6261069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5651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3097F-9E0C-AB53-2FC2-5C8C6D21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92FE9-367E-11CB-2917-738D4EE8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D57B72F-EB95-B2C0-2B6D-5066EF8E80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417637"/>
            <a:ext cx="3400816" cy="5226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FDAFEFF-F30E-FA89-060F-C2D7493C1A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825" y="1417638"/>
            <a:ext cx="4624023" cy="5232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739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B63B1-4000-513B-1BAE-0867E6903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3) Year-over-Year (YoY) growth rate of total sales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EBAA9-0AF6-FD01-7309-B73987FCB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What is the annual growth rate of total sales?</a:t>
            </a:r>
          </a:p>
          <a:p>
            <a:r>
              <a:rPr lang="en-US" dirty="0"/>
              <a:t>Why: Measure business expansion</a:t>
            </a:r>
          </a:p>
          <a:p>
            <a:r>
              <a:rPr lang="en-US" dirty="0"/>
              <a:t>Expected Output: YoY %</a:t>
            </a:r>
          </a:p>
        </p:txBody>
      </p:sp>
    </p:spTree>
    <p:extLst>
      <p:ext uri="{BB962C8B-B14F-4D97-AF65-F5344CB8AC3E}">
        <p14:creationId xmlns:p14="http://schemas.microsoft.com/office/powerpoint/2010/main" val="30885946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50F71-8B8D-6D5D-1B44-057E8856E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DBFFF-6192-18CF-2735-7B021A93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ABE673D-C358-D5D1-7AE2-32BF43AF36A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0417" y="2296100"/>
            <a:ext cx="4763165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81981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178FFE-1CDC-22A0-AD8D-D9BE469A1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0FFA3-75F6-ECFC-6CB5-D3D59DE42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135CC89-75E4-8E40-7EA0-834350A479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71465" y="1180786"/>
            <a:ext cx="4801070" cy="5513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966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6798A-5700-D20A-DD23-42318897C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4) Customer retention 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6D10D-86A5-5FC0-058F-D9B7DC6344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Business Question: What % of customers repurchase within 6 months?</a:t>
            </a:r>
          </a:p>
          <a:p>
            <a:r>
              <a:rPr lang="en-US" dirty="0"/>
              <a:t>Why it matters: Measures customer loyalty</a:t>
            </a:r>
          </a:p>
          <a:p>
            <a:r>
              <a:rPr lang="en-US" dirty="0"/>
              <a:t>Expected Output: Percentage</a:t>
            </a:r>
          </a:p>
        </p:txBody>
      </p:sp>
    </p:spTree>
    <p:extLst>
      <p:ext uri="{BB962C8B-B14F-4D97-AF65-F5344CB8AC3E}">
        <p14:creationId xmlns:p14="http://schemas.microsoft.com/office/powerpoint/2010/main" val="232387009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4C49D7-CA05-689E-C30F-9E231C860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DAE0F-CE0D-B827-6666-37F10B4B9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4CCC38-DF06-3EF9-F9A9-F0FC92E8BE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33233" y="2343732"/>
            <a:ext cx="5077534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7548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35EB-C519-CEBD-5777-2C154F7C6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A1A9AC-1F6C-07D7-977C-C49DB47E4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BD1AB35-09C5-FF0A-2101-71A042FB32C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88278" y="1166018"/>
            <a:ext cx="5167444" cy="56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12408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A2481-2621-364B-E1A5-20327631B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5) Top 3 customers by spending in each year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D55FD-B92F-21FD-4EAF-58FD1A2F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52954"/>
            <a:ext cx="8229600" cy="4525963"/>
          </a:xfrm>
        </p:spPr>
        <p:txBody>
          <a:bodyPr/>
          <a:lstStyle/>
          <a:p>
            <a:r>
              <a:rPr lang="en-US" dirty="0"/>
              <a:t>Business Question: Who are the highest spending customers yearly</a:t>
            </a:r>
          </a:p>
          <a:p>
            <a:r>
              <a:rPr lang="en-US" dirty="0"/>
              <a:t>Why it matters: Identifies VIP customers.</a:t>
            </a:r>
          </a:p>
          <a:p>
            <a:r>
              <a:rPr lang="en-US" dirty="0"/>
              <a:t>Expected Output: Ranked table</a:t>
            </a:r>
          </a:p>
        </p:txBody>
      </p:sp>
    </p:spTree>
    <p:extLst>
      <p:ext uri="{BB962C8B-B14F-4D97-AF65-F5344CB8AC3E}">
        <p14:creationId xmlns:p14="http://schemas.microsoft.com/office/powerpoint/2010/main" val="356053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611CC-13E6-2D18-3743-018CC2258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77C81-4ADB-ED7A-516E-C2640B49F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B5E738-6D11-9C00-A977-35AEBF827B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6772" y="1600200"/>
            <a:ext cx="4390455" cy="4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92553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CCF20-F8C6-8A50-3038-6DABCC8E9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948BB-7A37-4587-EF50-7ECFCAD40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Implementation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2334E9-09B5-85C7-6E45-7EC524F62E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38054"/>
          <a:stretch>
            <a:fillRect/>
          </a:stretch>
        </p:blipFill>
        <p:spPr>
          <a:xfrm>
            <a:off x="0" y="1463131"/>
            <a:ext cx="5857750" cy="5250820"/>
          </a:xfrm>
          <a:prstGeom prst="rect">
            <a:avLst/>
          </a:prstGeo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9BD06366-D88E-DEA5-941C-16EB121B71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793"/>
          <a:stretch>
            <a:fillRect/>
          </a:stretch>
        </p:blipFill>
        <p:spPr>
          <a:xfrm>
            <a:off x="4586118" y="3930175"/>
            <a:ext cx="4557882" cy="2783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4705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US" dirty="0"/>
              <a:t>This project demonstrates full-stack analytical capability by combining SQL, Python, window functions, and validation methodology to transform raw transactional data into strategic business insights.</a:t>
            </a:r>
          </a:p>
          <a:p>
            <a:pPr algn="just"/>
            <a:r>
              <a:rPr lang="en-US" dirty="0"/>
              <a:t>Consistent cross-validation between SQL and Python ensures analytical accuracy and production-level reliability.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773</Words>
  <Application>Microsoft Office PowerPoint</Application>
  <PresentationFormat>On-screen Show (4:3)</PresentationFormat>
  <Paragraphs>120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Internship Project</vt:lpstr>
      <vt:lpstr>Project Objective</vt:lpstr>
      <vt:lpstr>Basic Problems</vt:lpstr>
      <vt:lpstr>1) List all unique cities where customers are located</vt:lpstr>
      <vt:lpstr>SQL Implementation</vt:lpstr>
      <vt:lpstr>Python Implementation</vt:lpstr>
      <vt:lpstr>2) Count the number of orders placed in 2017</vt:lpstr>
      <vt:lpstr>SQL Implementation</vt:lpstr>
      <vt:lpstr>Python Implementation</vt:lpstr>
      <vt:lpstr>3) Find the total sales per category</vt:lpstr>
      <vt:lpstr>SQL Implementation</vt:lpstr>
      <vt:lpstr>Python Implementation</vt:lpstr>
      <vt:lpstr>4) Calculate the percentage of orders paid in installments</vt:lpstr>
      <vt:lpstr>SQL Implementation</vt:lpstr>
      <vt:lpstr>Python Implementation</vt:lpstr>
      <vt:lpstr>5) Count the number of customers from each state</vt:lpstr>
      <vt:lpstr>SQL Implementation</vt:lpstr>
      <vt:lpstr>Python Implementation</vt:lpstr>
      <vt:lpstr>Intermediate Problems</vt:lpstr>
      <vt:lpstr>1) Calculate the number of orders per month in 2018</vt:lpstr>
      <vt:lpstr>SQL Implementation</vt:lpstr>
      <vt:lpstr>Python Implementation</vt:lpstr>
      <vt:lpstr>2) Find the average number of products per order, grouped by customer city</vt:lpstr>
      <vt:lpstr>SQL Implementation</vt:lpstr>
      <vt:lpstr>Python Implementation</vt:lpstr>
      <vt:lpstr>3) Calculate the percentage of total revenue contributed by each product category</vt:lpstr>
      <vt:lpstr>SQL Implementation</vt:lpstr>
      <vt:lpstr>Python Implementation</vt:lpstr>
      <vt:lpstr>4) Identify the correlation between product price and number of times purchased</vt:lpstr>
      <vt:lpstr>SQL Implementation</vt:lpstr>
      <vt:lpstr>Python Implementation</vt:lpstr>
      <vt:lpstr>5) Calculate total revenue generated by each seller and rank them</vt:lpstr>
      <vt:lpstr>SQL Implementation</vt:lpstr>
      <vt:lpstr>Python Implementation</vt:lpstr>
      <vt:lpstr>Advance Problems</vt:lpstr>
      <vt:lpstr>1) Moving average of order values for each customer</vt:lpstr>
      <vt:lpstr>SQL Implementation</vt:lpstr>
      <vt:lpstr>Python Implementation</vt:lpstr>
      <vt:lpstr>2) Cumulative sales per month for each year</vt:lpstr>
      <vt:lpstr>SQL Implementation</vt:lpstr>
      <vt:lpstr>Python Implementation</vt:lpstr>
      <vt:lpstr>3) Year-over-Year (YoY) growth rate of total sales</vt:lpstr>
      <vt:lpstr>SQL Implementation</vt:lpstr>
      <vt:lpstr>Python Implementation</vt:lpstr>
      <vt:lpstr>4) Customer retention rate</vt:lpstr>
      <vt:lpstr>SQL Implementation</vt:lpstr>
      <vt:lpstr>Python Implementation</vt:lpstr>
      <vt:lpstr>5) Top 3 customers by spending in each year</vt:lpstr>
      <vt:lpstr>SQL Implementation</vt:lpstr>
      <vt:lpstr>Python Implementation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archi</dc:creator>
  <cp:keywords/>
  <dc:description>generated using python-pptx</dc:description>
  <cp:lastModifiedBy>archissave512@gmail.com</cp:lastModifiedBy>
  <cp:revision>4</cp:revision>
  <dcterms:created xsi:type="dcterms:W3CDTF">2013-01-27T09:14:16Z</dcterms:created>
  <dcterms:modified xsi:type="dcterms:W3CDTF">2026-02-18T18:47:01Z</dcterms:modified>
  <cp:category/>
</cp:coreProperties>
</file>