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44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Internship Project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SQL &amp; Python Data Analytics Project</a:t>
            </a:r>
          </a:p>
          <a:p>
            <a:r>
              <a:t>Insights &amp; Visual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customer behavior and order trends</a:t>
            </a:r>
          </a:p>
          <a:p>
            <a:r>
              <a:t>Understand revenue and product performance</a:t>
            </a:r>
          </a:p>
          <a:p>
            <a:r>
              <a:t>Measure customer retention and business growth</a:t>
            </a:r>
          </a:p>
          <a:p>
            <a:r>
              <a:t>Transform raw data into actionable insights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Customers: demographic and location details</a:t>
            </a:r>
          </a:p>
          <a:p>
            <a:r>
              <a:t>Orders: order status and timestamps</a:t>
            </a:r>
          </a:p>
          <a:p>
            <a:r>
              <a:t>Order Items: product prices and sellers</a:t>
            </a:r>
          </a:p>
          <a:p>
            <a:r>
              <a:t>Products, Payments, and Geolocation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 &amp;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SQL (MySQL Workbench) for querying data</a:t>
            </a:r>
          </a:p>
          <a:p>
            <a:r>
              <a:t>Python (Pandas, Matplotlib) for visualization</a:t>
            </a:r>
          </a:p>
          <a:p>
            <a:r>
              <a:t>Google Colab for analysis</a:t>
            </a:r>
          </a:p>
          <a:p>
            <a:r>
              <a:t>End-to-end pipeline from SQL to insights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Basic Analysis – 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Customers are concentrated in specific states and cities</a:t>
            </a:r>
          </a:p>
          <a:p>
            <a:r>
              <a:t>2017 order volume provides baseline demand</a:t>
            </a:r>
          </a:p>
          <a:p>
            <a:r>
              <a:t>Revenue distribution varies significantly by category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Intermediate Analysis –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Monthly orders in 2018 show seasonal patterns</a:t>
            </a:r>
          </a:p>
          <a:p>
            <a:r>
              <a:t>Few categories contribute majority of revenue</a:t>
            </a:r>
          </a:p>
          <a:p>
            <a:r>
              <a:t>Product pricing impacts purchase frequency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 Analysis – Strategic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Cumulative sales indicate steady growth</a:t>
            </a:r>
          </a:p>
          <a:p>
            <a:r>
              <a:t>Year-over-year growth measures performance</a:t>
            </a:r>
          </a:p>
          <a:p>
            <a:r>
              <a:t>Customer retention highlights loyalty opportunities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Retention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Retention calculated using customer_unique_id</a:t>
            </a:r>
          </a:p>
          <a:p>
            <a:r>
              <a:t>Measured repeat purchases within 6 months</a:t>
            </a:r>
          </a:p>
          <a:p>
            <a:r>
              <a:t>Highlights importance of loyal customers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Insights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Focus on high-revenue product categories</a:t>
            </a:r>
          </a:p>
          <a:p>
            <a:r>
              <a:t>Improve customer retention through loyalty programs</a:t>
            </a:r>
          </a:p>
          <a:p>
            <a:r>
              <a:t>Target high-value customers with personalized offers</a:t>
            </a:r>
          </a:p>
          <a:p>
            <a:r>
              <a:t>Support top sellers to drive sustained growth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SQL and Python together enable powerful analysis</a:t>
            </a:r>
          </a:p>
          <a:p>
            <a:r>
              <a:t>Data-driven insights support better decisions</a:t>
            </a:r>
          </a:p>
          <a:p>
            <a:r>
              <a:t>Future scope: predictive analytics and segmentation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233</Words>
  <Application>Microsoft Office PowerPoint</Application>
  <PresentationFormat>On-screen Show (4:3)</PresentationFormat>
  <Paragraphs>43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Internship Project</vt:lpstr>
      <vt:lpstr>Project Objective</vt:lpstr>
      <vt:lpstr>Dataset Overview</vt:lpstr>
      <vt:lpstr>Tools &amp; Workflow</vt:lpstr>
      <vt:lpstr>Basic Analysis – Key Insights</vt:lpstr>
      <vt:lpstr>Intermediate Analysis – Trends</vt:lpstr>
      <vt:lpstr>Advanced Analysis – Strategic Insights</vt:lpstr>
      <vt:lpstr>Customer Retention Analysis</vt:lpstr>
      <vt:lpstr>Business Insights &amp; Recommendations</vt:lpstr>
      <vt:lpstr>Conclusion &amp; Future Scope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archi</dc:creator>
  <cp:keywords/>
  <dc:description>generated using python-pptx</dc:description>
  <cp:lastModifiedBy>archissave512@gmail.com</cp:lastModifiedBy>
  <cp:revision>2</cp:revision>
  <dcterms:created xsi:type="dcterms:W3CDTF">2013-01-27T09:14:16Z</dcterms:created>
  <dcterms:modified xsi:type="dcterms:W3CDTF">2026-01-27T11:48:33Z</dcterms:modified>
  <cp:category/>
</cp:coreProperties>
</file>